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9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05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4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67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60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91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7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00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12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รูปภาพพาโนราม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4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ชื่อและคำอธิบา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18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คำอ้างอิงพร้อมคำอธิบา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56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นามบัต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30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นามบัตรอ้างอิ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63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จริง หรือ เท็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0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734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91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B798FBB-E29F-43D2-9244-054371C65FB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0C7B4C-8211-46E2-A841-E6646BA1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90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572BD68-4C6E-48D3-B5B0-BE4AB9181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168" y="251670"/>
            <a:ext cx="4932727" cy="392624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/>
          <a:p>
            <a:pPr algn="ctr"/>
            <a:r>
              <a:rPr lang="en-US" sz="1800" dirty="0"/>
              <a:t>2026-02-28 - Easy as 123 Victim Identification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DE008C-1FD2-4054-AAEE-1270523EE0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6168" y="656364"/>
            <a:ext cx="5719267" cy="1169551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 Address: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10.2.28.88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 Address: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00:19:d1:b2:4d:ad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 Name: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DESKTOP-TEYQ2NR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Account: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brolf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Name: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Becka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Rolf </a:t>
            </a:r>
          </a:p>
        </p:txBody>
      </p:sp>
      <p:pic>
        <p:nvPicPr>
          <p:cNvPr id="6" name="รูปภาพ 5">
            <a:extLst>
              <a:ext uri="{FF2B5EF4-FFF2-40B4-BE49-F238E27FC236}">
                <a16:creationId xmlns:a16="http://schemas.microsoft.com/office/drawing/2014/main" id="{21BBCF7B-0E1B-4CBB-9BBE-AC2D9B8E78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52"/>
          <a:stretch/>
        </p:blipFill>
        <p:spPr>
          <a:xfrm>
            <a:off x="5192278" y="145832"/>
            <a:ext cx="5957196" cy="3063113"/>
          </a:xfrm>
          <a:prstGeom prst="rect">
            <a:avLst/>
          </a:prstGeom>
        </p:spPr>
      </p:pic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34F37114-A5C6-4E4D-84BC-1A6CCEC6F6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904" b="20223"/>
          <a:stretch/>
        </p:blipFill>
        <p:spPr>
          <a:xfrm>
            <a:off x="492925" y="3308037"/>
            <a:ext cx="7510172" cy="3035015"/>
          </a:xfrm>
          <a:prstGeom prst="rect">
            <a:avLst/>
          </a:prstGeom>
        </p:spPr>
      </p:pic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C02CB50E-571E-4DE6-B580-C6D75EDA3B52}"/>
              </a:ext>
            </a:extLst>
          </p:cNvPr>
          <p:cNvSpPr txBox="1"/>
          <p:nvPr/>
        </p:nvSpPr>
        <p:spPr>
          <a:xfrm>
            <a:off x="3639302" y="2889159"/>
            <a:ext cx="7510172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Hostname / MAC: Type `filter </a:t>
            </a:r>
            <a:r>
              <a:rPr lang="en-US" dirty="0" err="1"/>
              <a:t>nbns`</a:t>
            </a:r>
            <a:r>
              <a:rPr lang="en-US" dirty="0"/>
              <a:t> to see the hostname announcements.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EB962A91-6E51-4B50-B3F3-C93DEA55482B}"/>
              </a:ext>
            </a:extLst>
          </p:cNvPr>
          <p:cNvSpPr txBox="1"/>
          <p:nvPr/>
        </p:nvSpPr>
        <p:spPr>
          <a:xfrm>
            <a:off x="606105" y="4418272"/>
            <a:ext cx="703626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User: Typing `Filter </a:t>
            </a:r>
            <a:r>
              <a:rPr lang="en-US" dirty="0" err="1"/>
              <a:t>kerberos.CNameString</a:t>
            </a:r>
            <a:r>
              <a:rPr lang="en-US" dirty="0"/>
              <a:t>` will show the User name.</a:t>
            </a:r>
          </a:p>
        </p:txBody>
      </p:sp>
    </p:spTree>
    <p:extLst>
      <p:ext uri="{BB962C8B-B14F-4D97-AF65-F5344CB8AC3E}">
        <p14:creationId xmlns:p14="http://schemas.microsoft.com/office/powerpoint/2010/main" val="2701108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572BD68-4C6E-48D3-B5B0-BE4AB9181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955" y="226503"/>
            <a:ext cx="4759384" cy="444148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>
            <a:normAutofit fontScale="90000"/>
          </a:bodyPr>
          <a:lstStyle/>
          <a:p>
            <a:pPr algn="ctr"/>
            <a:r>
              <a:rPr lang="en-US" sz="2800" dirty="0"/>
              <a:t>Point of Infection &amp; C2 Traffic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09CFE3-25B1-4C1E-A61C-470DC459C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55" y="670651"/>
            <a:ext cx="4963136" cy="92333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cap="none" dirty="0">
                <a:latin typeface="Arial" panose="020B0604020202020204" pitchFamily="34" charset="0"/>
              </a:rPr>
              <a:t>Malware Type:</a:t>
            </a:r>
            <a:r>
              <a:rPr lang="en-US" altLang="en-US" cap="none" dirty="0">
                <a:latin typeface="Arial" panose="020B0604020202020204" pitchFamily="34" charset="0"/>
              </a:rPr>
              <a:t> </a:t>
            </a:r>
            <a:r>
              <a:rPr lang="en-US" altLang="en-US" cap="none" dirty="0" err="1">
                <a:latin typeface="Arial" panose="020B0604020202020204" pitchFamily="34" charset="0"/>
              </a:rPr>
              <a:t>NetSupport</a:t>
            </a:r>
            <a:r>
              <a:rPr lang="en-US" altLang="en-US" cap="none" dirty="0">
                <a:latin typeface="Arial" panose="020B0604020202020204" pitchFamily="34" charset="0"/>
              </a:rPr>
              <a:t> Manager RAT </a:t>
            </a:r>
          </a:p>
          <a:p>
            <a:pPr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cap="none" dirty="0">
                <a:latin typeface="Arial" panose="020B0604020202020204" pitchFamily="34" charset="0"/>
              </a:rPr>
              <a:t>Malicious IP:</a:t>
            </a:r>
            <a:r>
              <a:rPr lang="en-US" altLang="en-US" cap="none" dirty="0">
                <a:latin typeface="Arial" panose="020B0604020202020204" pitchFamily="34" charset="0"/>
              </a:rPr>
              <a:t> 45.131.214.85 </a:t>
            </a:r>
          </a:p>
          <a:p>
            <a:pPr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cap="none" dirty="0">
                <a:latin typeface="Arial" panose="020B0604020202020204" pitchFamily="34" charset="0"/>
              </a:rPr>
              <a:t>Port:</a:t>
            </a:r>
            <a:r>
              <a:rPr lang="en-US" altLang="en-US" cap="none" dirty="0">
                <a:latin typeface="Arial" panose="020B0604020202020204" pitchFamily="34" charset="0"/>
              </a:rPr>
              <a:t> TCP 443 </a:t>
            </a:r>
          </a:p>
        </p:txBody>
      </p:sp>
      <p:pic>
        <p:nvPicPr>
          <p:cNvPr id="8" name="รูปภาพ 7">
            <a:extLst>
              <a:ext uri="{FF2B5EF4-FFF2-40B4-BE49-F238E27FC236}">
                <a16:creationId xmlns:a16="http://schemas.microsoft.com/office/drawing/2014/main" id="{8343533C-586C-4161-BAF2-33732FA3D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165" y="1428610"/>
            <a:ext cx="8780476" cy="4937014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AAC909A0-AEB8-4A36-9061-1284C2982907}"/>
              </a:ext>
            </a:extLst>
          </p:cNvPr>
          <p:cNvSpPr txBox="1"/>
          <p:nvPr/>
        </p:nvSpPr>
        <p:spPr>
          <a:xfrm>
            <a:off x="203433" y="6262165"/>
            <a:ext cx="8336560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Type `Filter </a:t>
            </a:r>
            <a:r>
              <a:rPr lang="en-US" dirty="0" err="1"/>
              <a:t>ip.addr</a:t>
            </a:r>
            <a:r>
              <a:rPr lang="en-US" dirty="0"/>
              <a:t> == 45.131.214.85` to see the traffic going to the control server (C2).</a:t>
            </a:r>
          </a:p>
        </p:txBody>
      </p:sp>
    </p:spTree>
    <p:extLst>
      <p:ext uri="{BB962C8B-B14F-4D97-AF65-F5344CB8AC3E}">
        <p14:creationId xmlns:p14="http://schemas.microsoft.com/office/powerpoint/2010/main" val="1620535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572BD68-4C6E-48D3-B5B0-BE4AB9181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546" y="469169"/>
            <a:ext cx="2656483" cy="645485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>
            <a:normAutofit fontScale="90000"/>
          </a:bodyPr>
          <a:lstStyle/>
          <a:p>
            <a:r>
              <a:rPr lang="en-US" sz="4000" dirty="0"/>
              <a:t>Conclusion</a:t>
            </a:r>
            <a:endParaRPr lang="en-US" dirty="0"/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7A8D38CC-AE2D-4C87-A63B-B8F764A51402}"/>
              </a:ext>
            </a:extLst>
          </p:cNvPr>
          <p:cNvSpPr txBox="1"/>
          <p:nvPr/>
        </p:nvSpPr>
        <p:spPr>
          <a:xfrm>
            <a:off x="802546" y="1114654"/>
            <a:ext cx="6512653" cy="397031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 wrap="square">
            <a:spAutoFit/>
          </a:bodyPr>
          <a:lstStyle/>
          <a:p>
            <a:r>
              <a:rPr lang="th-TH" dirty="0"/>
              <a:t>-</a:t>
            </a:r>
            <a:r>
              <a:rPr lang="en-US" dirty="0"/>
              <a:t>Victim Identification: The victim computer is named DESKTOP-TEYQ2NR (MAC Address: 00:19:d1:b2:4d:ad, IP Address: 10.2.28.88). </a:t>
            </a:r>
            <a:endParaRPr lang="th-TH" dirty="0"/>
          </a:p>
          <a:p>
            <a:pPr marL="285750" indent="-285750">
              <a:buFontTx/>
              <a:buChar char="-"/>
            </a:pPr>
            <a:r>
              <a:rPr lang="en-US" dirty="0"/>
              <a:t>User Information: The computer belongs to an employee named </a:t>
            </a:r>
            <a:r>
              <a:rPr lang="en-US" dirty="0" err="1"/>
              <a:t>Becka</a:t>
            </a:r>
            <a:r>
              <a:rPr lang="en-US" dirty="0"/>
              <a:t> Rolf and is used under the user account "</a:t>
            </a:r>
            <a:r>
              <a:rPr lang="en-US" dirty="0" err="1"/>
              <a:t>brolf</a:t>
            </a:r>
            <a:r>
              <a:rPr lang="en-US" dirty="0"/>
              <a:t>". </a:t>
            </a:r>
            <a:endParaRPr lang="th-TH" dirty="0"/>
          </a:p>
          <a:p>
            <a:pPr marL="285750" indent="-285750">
              <a:buFontTx/>
              <a:buChar char="-"/>
            </a:pPr>
            <a:r>
              <a:rPr lang="en-US" dirty="0"/>
              <a:t>Malware Behavior: An unusual connection was detected to IP address 45.131.214.85 via TCP port 443. </a:t>
            </a:r>
            <a:endParaRPr lang="th-TH" dirty="0"/>
          </a:p>
          <a:p>
            <a:pPr marL="285750" indent="-285750">
              <a:buFontTx/>
              <a:buChar char="-"/>
            </a:pPr>
            <a:r>
              <a:rPr lang="en-US" dirty="0"/>
              <a:t>Conclusion &amp; Impact: This connection behavior is consistent with the operation of the </a:t>
            </a:r>
            <a:r>
              <a:rPr lang="en-US" dirty="0" err="1"/>
              <a:t>NetSupport</a:t>
            </a:r>
            <a:r>
              <a:rPr lang="en-US" dirty="0"/>
              <a:t> Manager RAT malware. This malware opens a portal allowing </a:t>
            </a:r>
            <a:r>
              <a:rPr lang="en-US" dirty="0" err="1"/>
              <a:t>Becka</a:t>
            </a:r>
            <a:r>
              <a:rPr lang="en-US" dirty="0"/>
              <a:t> Rolf's computer to be remotely controlled by malicious actors. </a:t>
            </a:r>
            <a:endParaRPr lang="th-TH" dirty="0"/>
          </a:p>
          <a:p>
            <a:pPr marL="285750" indent="-285750">
              <a:buFontTx/>
              <a:buChar char="-"/>
            </a:pPr>
            <a:r>
              <a:rPr lang="en-US" dirty="0"/>
              <a:t>Methodology: Victim identification was performed using Wireshark filters, searching through the </a:t>
            </a:r>
            <a:r>
              <a:rPr lang="en-US" dirty="0" err="1"/>
              <a:t>nbns</a:t>
            </a:r>
            <a:r>
              <a:rPr lang="en-US" dirty="0"/>
              <a:t> and </a:t>
            </a:r>
            <a:r>
              <a:rPr lang="en-US" dirty="0" err="1"/>
              <a:t>samr</a:t>
            </a:r>
            <a:r>
              <a:rPr lang="en-US" dirty="0"/>
              <a:t> protocols, and examining the </a:t>
            </a:r>
            <a:r>
              <a:rPr lang="en-US" dirty="0" err="1"/>
              <a:t>kerberos.CNameString</a:t>
            </a:r>
            <a:r>
              <a:rPr lang="en-US" dirty="0"/>
              <a:t> field.</a:t>
            </a:r>
          </a:p>
        </p:txBody>
      </p:sp>
    </p:spTree>
    <p:extLst>
      <p:ext uri="{BB962C8B-B14F-4D97-AF65-F5344CB8AC3E}">
        <p14:creationId xmlns:p14="http://schemas.microsoft.com/office/powerpoint/2010/main" val="23482101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ท้องฟ้า">
  <a:themeElements>
    <a:clrScheme name="ท้องฟ้า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ท้องฟ้า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ท้องฟ้า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TM03457452[[fn=ท้องฟ้า]]</Template>
  <TotalTime>188</TotalTime>
  <Words>234</Words>
  <Application>Microsoft Office PowerPoint</Application>
  <PresentationFormat>แบบจอกว้าง</PresentationFormat>
  <Paragraphs>19</Paragraphs>
  <Slides>3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ท้องฟ้า</vt:lpstr>
      <vt:lpstr>2026-02-28 - Easy as 123 Victim Identification</vt:lpstr>
      <vt:lpstr>Point of Infection &amp; C2 Traffic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kora korawich</dc:creator>
  <cp:lastModifiedBy>kora korawich</cp:lastModifiedBy>
  <cp:revision>6</cp:revision>
  <dcterms:created xsi:type="dcterms:W3CDTF">2026-05-05T04:35:25Z</dcterms:created>
  <dcterms:modified xsi:type="dcterms:W3CDTF">2026-05-05T10:25:38Z</dcterms:modified>
</cp:coreProperties>
</file>