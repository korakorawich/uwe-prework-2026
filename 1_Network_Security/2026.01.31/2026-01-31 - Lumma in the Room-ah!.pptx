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96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2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55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8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2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3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รูปภาพพาโนราม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5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ชื่อและ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86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คำอ้างอิงพร้อมคำอธิบา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55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46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นามบัตรอ้างอิ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4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จริง หรือ เท็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29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4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1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385489-19DB-418E-967E-1930E08BE0A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CEB3DDE-E4B4-45E6-BA95-5D00CC565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15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294D902-C5AD-48BE-B157-FE1774E7B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297" y="318782"/>
            <a:ext cx="8251971" cy="513128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/>
          <a:p>
            <a:r>
              <a:rPr lang="en-US" sz="2400" dirty="0"/>
              <a:t>2026-01-31 - </a:t>
            </a:r>
            <a:r>
              <a:rPr lang="en-US" sz="2400" dirty="0" err="1"/>
              <a:t>Lumma</a:t>
            </a:r>
            <a:r>
              <a:rPr lang="en-US" sz="2400" dirty="0"/>
              <a:t> in the Room-ah! :Victim Identification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34CF68-504B-454F-A878-F2297C1099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9297" y="831910"/>
            <a:ext cx="7197725" cy="1404937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 Address: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10.1.21.58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 Address: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00:21:5d:c8:0e:f2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 Name: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DESKTOP-ES9F3ML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Account: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gwyatt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Name: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Gabriel Wyatt </a:t>
            </a:r>
          </a:p>
        </p:txBody>
      </p:sp>
      <p:sp>
        <p:nvSpPr>
          <p:cNvPr id="7" name="ตัวแทนข้อความ 3">
            <a:extLst>
              <a:ext uri="{FF2B5EF4-FFF2-40B4-BE49-F238E27FC236}">
                <a16:creationId xmlns:a16="http://schemas.microsoft.com/office/drawing/2014/main" id="{95790095-A297-4B20-B289-40416F9C59A2}"/>
              </a:ext>
            </a:extLst>
          </p:cNvPr>
          <p:cNvSpPr txBox="1">
            <a:spLocks/>
          </p:cNvSpPr>
          <p:nvPr/>
        </p:nvSpPr>
        <p:spPr>
          <a:xfrm>
            <a:off x="6476316" y="3899452"/>
            <a:ext cx="5598255" cy="76183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rmAutofit fontScale="850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Filters used: </a:t>
            </a:r>
            <a:r>
              <a:rPr lang="en-US" sz="2400" dirty="0" err="1"/>
              <a:t>nbns</a:t>
            </a:r>
            <a:r>
              <a:rPr lang="en-US" sz="2400" dirty="0"/>
              <a:t>, </a:t>
            </a:r>
            <a:r>
              <a:rPr lang="en-US" sz="2400" dirty="0" err="1"/>
              <a:t>samr</a:t>
            </a:r>
            <a:r>
              <a:rPr lang="en-US" sz="2400" dirty="0"/>
              <a:t>, and </a:t>
            </a:r>
            <a:r>
              <a:rPr lang="en-US" sz="2400" dirty="0" err="1"/>
              <a:t>kerberos.CNameString</a:t>
            </a:r>
            <a:r>
              <a:rPr lang="th-TH" sz="2400" dirty="0"/>
              <a:t> </a:t>
            </a:r>
            <a:r>
              <a:rPr lang="en-US" sz="2400" dirty="0"/>
              <a:t>to look for the identity of the victim</a:t>
            </a:r>
          </a:p>
        </p:txBody>
      </p:sp>
      <p:pic>
        <p:nvPicPr>
          <p:cNvPr id="8" name="ตัวแทนเนื้อหา 7">
            <a:extLst>
              <a:ext uri="{FF2B5EF4-FFF2-40B4-BE49-F238E27FC236}">
                <a16:creationId xmlns:a16="http://schemas.microsoft.com/office/drawing/2014/main" id="{4F8A120C-24FB-4200-A324-7CD4C389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521" b="65907"/>
          <a:stretch/>
        </p:blipFill>
        <p:spPr>
          <a:xfrm>
            <a:off x="214622" y="4233921"/>
            <a:ext cx="5843403" cy="1710724"/>
          </a:xfrm>
          <a:prstGeom prst="rect">
            <a:avLst/>
          </a:prstGeom>
        </p:spPr>
      </p:pic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0AECEFBC-3DCD-457A-A5B0-4C7AC50D21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660"/>
          <a:stretch/>
        </p:blipFill>
        <p:spPr>
          <a:xfrm>
            <a:off x="4985157" y="2275549"/>
            <a:ext cx="6992221" cy="1352138"/>
          </a:xfrm>
          <a:prstGeom prst="rect">
            <a:avLst/>
          </a:prstGeom>
        </p:spPr>
      </p:pic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275A8543-99FE-403C-864A-C532E43E25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082"/>
          <a:stretch/>
        </p:blipFill>
        <p:spPr>
          <a:xfrm>
            <a:off x="4355282" y="1021163"/>
            <a:ext cx="7719289" cy="846925"/>
          </a:xfrm>
          <a:prstGeom prst="rect">
            <a:avLst/>
          </a:prstGeom>
        </p:spPr>
      </p:pic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855A2847-9CEC-4707-8E47-686A8DDC5159}"/>
              </a:ext>
            </a:extLst>
          </p:cNvPr>
          <p:cNvSpPr txBox="1"/>
          <p:nvPr/>
        </p:nvSpPr>
        <p:spPr>
          <a:xfrm>
            <a:off x="444619" y="2699123"/>
            <a:ext cx="4437774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Packets originating from IP 10.1.21.58 will show the machine name DESKTOP-ES9F3ML. Check the Packet Details window below under Ethernet II.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F108DBA8-3446-4FE1-9BBA-C252EFD39535}"/>
              </a:ext>
            </a:extLst>
          </p:cNvPr>
          <p:cNvSpPr txBox="1"/>
          <p:nvPr/>
        </p:nvSpPr>
        <p:spPr>
          <a:xfrm>
            <a:off x="5979969" y="5198181"/>
            <a:ext cx="6094602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When using these filters, observe packets with a Source IP of 10.1.21.58, which will display the machine name as DESKTOP-ES9F3ML. The MAC address can then be checked in the Packet Details window under Ethernet II.</a:t>
            </a:r>
          </a:p>
        </p:txBody>
      </p:sp>
    </p:spTree>
    <p:extLst>
      <p:ext uri="{BB962C8B-B14F-4D97-AF65-F5344CB8AC3E}">
        <p14:creationId xmlns:p14="http://schemas.microsoft.com/office/powerpoint/2010/main" val="167331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04489A5B-6961-4BF1-94CF-1BBCC5014584}"/>
              </a:ext>
            </a:extLst>
          </p:cNvPr>
          <p:cNvSpPr txBox="1"/>
          <p:nvPr/>
        </p:nvSpPr>
        <p:spPr>
          <a:xfrm>
            <a:off x="832607" y="494843"/>
            <a:ext cx="2908883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Point of Infection &amp; C2 Traffic</a:t>
            </a: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E5F98880-82C6-4D59-BF8B-14FD19FAF2BE}"/>
              </a:ext>
            </a:extLst>
          </p:cNvPr>
          <p:cNvSpPr txBox="1"/>
          <p:nvPr/>
        </p:nvSpPr>
        <p:spPr>
          <a:xfrm>
            <a:off x="832607" y="864175"/>
            <a:ext cx="3554835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Malware Type: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Lumma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Stealer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Malicious IP: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153.92.1.49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Port: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TCP 80</a:t>
            </a:r>
            <a:r>
              <a:rPr kumimoji="0" lang="th-TH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ngsana New" panose="02020603050405020304" pitchFamily="18" charset="-34"/>
              </a:rPr>
              <a:t> และ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443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Malicious Domain: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whitepepper.su</a:t>
            </a: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D315B0F7-A885-466C-97D0-0484C6E72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19" y="1971412"/>
            <a:ext cx="11173433" cy="2181138"/>
          </a:xfrm>
          <a:prstGeom prst="rect">
            <a:avLst/>
          </a:prstGeom>
        </p:spPr>
      </p:pic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6138164B-BC42-49DA-8F93-FA1E4E640583}"/>
              </a:ext>
            </a:extLst>
          </p:cNvPr>
          <p:cNvSpPr txBox="1"/>
          <p:nvPr/>
        </p:nvSpPr>
        <p:spPr>
          <a:xfrm>
            <a:off x="503339" y="4454283"/>
            <a:ext cx="11173433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Filter detailed method: (</a:t>
            </a:r>
            <a:r>
              <a:rPr lang="en-US" dirty="0" err="1"/>
              <a:t>http.request</a:t>
            </a:r>
            <a:r>
              <a:rPr lang="en-US" dirty="0"/>
              <a:t> or </a:t>
            </a:r>
            <a:r>
              <a:rPr lang="en-US" dirty="0" err="1"/>
              <a:t>tls.handshake.type</a:t>
            </a:r>
            <a:r>
              <a:rPr lang="en-US" dirty="0"/>
              <a:t> eq 1) and !(</a:t>
            </a:r>
            <a:r>
              <a:rPr lang="en-US" dirty="0" err="1"/>
              <a:t>ssdp</a:t>
            </a:r>
            <a:r>
              <a:rPr lang="en-US" dirty="0"/>
              <a:t>) and </a:t>
            </a:r>
            <a:r>
              <a:rPr lang="en-US" dirty="0" err="1"/>
              <a:t>ip.addr</a:t>
            </a:r>
            <a:r>
              <a:rPr lang="en-US" dirty="0"/>
              <a:t> eq 153.92.1.49</a:t>
            </a:r>
          </a:p>
        </p:txBody>
      </p:sp>
      <p:sp>
        <p:nvSpPr>
          <p:cNvPr id="27" name="กล่องข้อความ 26">
            <a:extLst>
              <a:ext uri="{FF2B5EF4-FFF2-40B4-BE49-F238E27FC236}">
                <a16:creationId xmlns:a16="http://schemas.microsoft.com/office/drawing/2014/main" id="{E17ED0A1-6D33-4F25-98BA-57B50D078652}"/>
              </a:ext>
            </a:extLst>
          </p:cNvPr>
          <p:cNvSpPr txBox="1"/>
          <p:nvPr/>
        </p:nvSpPr>
        <p:spPr>
          <a:xfrm>
            <a:off x="503338" y="4823615"/>
            <a:ext cx="11173433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We observed HTTP GET and POST requests sent to 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set_agent?id</a:t>
            </a:r>
            <a:r>
              <a:rPr lang="en-US" dirty="0"/>
              <a:t>=31 on the whitepepper.su domain, which is </a:t>
            </a:r>
            <a:r>
              <a:rPr lang="en-US" dirty="0" err="1"/>
              <a:t>Lumma</a:t>
            </a:r>
            <a:r>
              <a:rPr lang="en-US" dirty="0"/>
              <a:t> Stealer's Return (C2) behavior.</a:t>
            </a:r>
          </a:p>
        </p:txBody>
      </p:sp>
    </p:spTree>
    <p:extLst>
      <p:ext uri="{BB962C8B-B14F-4D97-AF65-F5344CB8AC3E}">
        <p14:creationId xmlns:p14="http://schemas.microsoft.com/office/powerpoint/2010/main" val="3691557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E943432-08BE-4E85-BB26-5FD1CF393715}"/>
              </a:ext>
            </a:extLst>
          </p:cNvPr>
          <p:cNvSpPr txBox="1"/>
          <p:nvPr/>
        </p:nvSpPr>
        <p:spPr>
          <a:xfrm>
            <a:off x="190849" y="184449"/>
            <a:ext cx="3294776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Follow-up Malware &amp; Conclusion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90A928B-31F6-4643-9F83-BC636BEE1006}"/>
              </a:ext>
            </a:extLst>
          </p:cNvPr>
          <p:cNvSpPr txBox="1"/>
          <p:nvPr/>
        </p:nvSpPr>
        <p:spPr>
          <a:xfrm>
            <a:off x="190849" y="553781"/>
            <a:ext cx="6094602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Follow-up Domains: Traffic was found connecting to holiday-forever.cc and communicationfirewall-security.cc.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BEE7D84-2087-469D-BFD8-5CDE165AE32E}"/>
              </a:ext>
            </a:extLst>
          </p:cNvPr>
          <p:cNvSpPr txBox="1"/>
          <p:nvPr/>
        </p:nvSpPr>
        <p:spPr>
          <a:xfrm>
            <a:off x="190849" y="1200112"/>
            <a:ext cx="6094602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Conclusion: In summary, Gabriel Wyatt's machine was infected with </a:t>
            </a:r>
            <a:r>
              <a:rPr lang="en-US" dirty="0" err="1"/>
              <a:t>Lumma</a:t>
            </a:r>
            <a:r>
              <a:rPr lang="en-US" dirty="0"/>
              <a:t> Stealer malware, connecting to the C2 domain whitepepper.su (IP 153.92.1.49) and subsequently running the malware to other malicious domains (.cc family).</a:t>
            </a:r>
          </a:p>
        </p:txBody>
      </p:sp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2A2A300D-5CF0-4EAA-A4EA-2E47AEEB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035" y="2400441"/>
            <a:ext cx="10097549" cy="3914839"/>
          </a:xfrm>
          <a:prstGeom prst="rect">
            <a:avLst/>
          </a:prstGeom>
        </p:spPr>
      </p:pic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071A7CD4-B4D0-45B0-820D-124532D03ABF}"/>
              </a:ext>
            </a:extLst>
          </p:cNvPr>
          <p:cNvSpPr txBox="1"/>
          <p:nvPr/>
        </p:nvSpPr>
        <p:spPr>
          <a:xfrm>
            <a:off x="6393809" y="1049056"/>
            <a:ext cx="5625867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 wrap="square">
            <a:spAutoFit/>
          </a:bodyPr>
          <a:lstStyle/>
          <a:p>
            <a:r>
              <a:rPr lang="en-US" dirty="0"/>
              <a:t>Check the time period after installing whitepepper.su (after 23:06:05); you will find Client Hello (TLS) requests directed to holiday-forever.cc and communicationfirewall-security.cc.</a:t>
            </a:r>
          </a:p>
        </p:txBody>
      </p:sp>
    </p:spTree>
    <p:extLst>
      <p:ext uri="{BB962C8B-B14F-4D97-AF65-F5344CB8AC3E}">
        <p14:creationId xmlns:p14="http://schemas.microsoft.com/office/powerpoint/2010/main" val="8698246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ท้องฟ้า">
  <a:themeElements>
    <a:clrScheme name="ท้องฟ้า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ท้องฟ้า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ท้องฟ้า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TM03457452[[fn=ท้องฟ้า]]</Template>
  <TotalTime>162</TotalTime>
  <Words>297</Words>
  <Application>Microsoft Office PowerPoint</Application>
  <PresentationFormat>แบบจอกว้าง</PresentationFormat>
  <Paragraphs>20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ท้องฟ้า</vt:lpstr>
      <vt:lpstr>2026-01-31 - Lumma in the Room-ah! :Victim Identification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2026-01-31 - Lumma in the Room-ah! :Victim Identification</dc:title>
  <dc:creator>kora korawich</dc:creator>
  <cp:lastModifiedBy>kora korawich</cp:lastModifiedBy>
  <cp:revision>6</cp:revision>
  <dcterms:created xsi:type="dcterms:W3CDTF">2026-05-05T07:32:07Z</dcterms:created>
  <dcterms:modified xsi:type="dcterms:W3CDTF">2026-05-05T10:29:39Z</dcterms:modified>
</cp:coreProperties>
</file>